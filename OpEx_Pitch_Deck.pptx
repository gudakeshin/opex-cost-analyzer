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Intelligence Platform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AI-Powered Cost Optimization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and capture 10-15% savings in 48 hours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spreadsheet analysis. No more consulting retainers.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Real results.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Hidden Billions in Overhead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$2-5M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cost per analysis cycle with consultants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40233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weeks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complete a benchmarking study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typically left on the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743200"/>
            <a:ext cx="40233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880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from one engagement carry forward to the next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are leaving 10-15% of OpEx savings untapped. That's billions. We fix that.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OpEx Intelligence: Your AI Cost Analyst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Benchmarking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spend against 100K+ companies in 90 seconds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5778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runs 12 analytical skills automatically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Levers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8+ cost reduction opportunities per category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57784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36118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credible business cases with ROI projections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 3 Steps to Clarity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097280"/>
            <a:ext cx="731520" cy="73152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spend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(Excel, CSV, docs)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benchmarks,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gaps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731520" cy="731520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097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4231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pipeline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06640" y="1234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Scenes: AI-Powered Analytical Engine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389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Spend Profiler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709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Peer Benchmarker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5029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Internal Benchmarker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5349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Root-Cause Analyzer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43891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Budget vs. Actuals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4709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Heuristic Analyzer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5029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Savings Modeler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5349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Business Case Builder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for the C-Suite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Savings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2801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10-15% OpEx reduction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to Insight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4688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hours vs. 12 weeks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3520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Optimization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657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8-12% better terms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8229600" cy="10058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71600" y="4709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4983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48463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cost advantage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Example: Fortune 500 Tech Company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457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$2.3B annual OpEx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systematic benchmarking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Siloed procurement decisions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18-month cost reduction cycle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457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(30 days)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Identified $187M opportunity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Prioritized 12 initiatives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5 business cases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$32M committed in Wave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760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analysis would have cost $800K and taken 3 months with a consulting firm. We got it in 2 days."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vs. Traditional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68880" y="1005840"/>
            <a:ext cx="21031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210312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0515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 Firm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005840"/>
            <a:ext cx="201168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Insight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41732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hours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630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4173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weeks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182880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68880" y="182880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(platform fee)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82880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$800K - $2M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182880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(FTE)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24028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0" y="224028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100K+ companies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224028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860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only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224028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only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6517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265176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(AI memory)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265176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26517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2697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0632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68880" y="306324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06324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108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project = restart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675120" y="30632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Manual, inconsistent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34747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Roadmap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468880" y="347472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(business cases)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474720"/>
            <a:ext cx="2103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35204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(high-level)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75120" y="34747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Rarely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Start: 30-Day Value Path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65960" cy="4114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80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upload &amp; profiling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benchmarking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2926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965960" cy="4114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280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88920" y="19202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Value-lever analysis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sizing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1965960" cy="4114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80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development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creation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926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965960" cy="4114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1280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78040" y="1920240"/>
            <a:ext cx="1691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launch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Plans for Every Enterprise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$100M-$500M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$25K/year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 to 20 spend categories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Annual benchmarking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initiatives/year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1097280"/>
            <a:ext cx="26517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097280"/>
            <a:ext cx="2651760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$500M-$2B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$75K/year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Up to 50 categories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Quarterly benchmarking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Unlimited initiatives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2044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Memory management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097280"/>
            <a:ext cx="265176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1097280"/>
            <a:ext cx="2651760" cy="6400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1920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$2B+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55080" y="2880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features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Dedicated support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 integrations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API access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Unlock Your Billions?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free cost opportunity assessment for your company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Schedule a 30-minute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3977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Upload your spend data for analysis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 with our cost experts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Intelligence Platform | www.opexintelligence.io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2026-05-10T08:19:20Z</dcterms:created>
  <dcterms:modified xsi:type="dcterms:W3CDTF">2026-05-10T08:19:20Z</dcterms:modified>
</cp:coreProperties>
</file>