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52360" y="12801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86BC25"/>
                </a:solidFill>
                <a:latin typeface="Open Sans"/>
              </a:defRPr>
            </a:pPr>
            <a:r>
              <a:t>Deloitte.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Open Sans"/>
              </a:defRPr>
            </a:pPr>
            <a:r>
              <a:t>OpEx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B02A"/>
                </a:solidFill>
                <a:latin typeface="Open Sans"/>
              </a:defRPr>
            </a:pPr>
            <a:r>
              <a:t>Agentic Cost Diagnostic for Indian Enterprises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4114800" cy="1600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4114800" cy="25603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850392"/>
            <a:ext cx="40050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15568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Consultant-deployable cost diagnostic asset deployed inside the client's environment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Agentic engine: 36 skills + 11 sector packs — not SaaS, not ERP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Identifies, sizes &amp; stages 12–24 months of OpEx savings for Indian enterprises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Built for Group CFO, Cost Transformation Office &amp; advisory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822960"/>
            <a:ext cx="4114800" cy="1600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0288" y="822960"/>
            <a:ext cx="4114800" cy="25603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850392"/>
            <a:ext cx="40050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115568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OBSERVE — ingest spend + context; classify data; strip PII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PLAN — AI sequences skill DAG (profile → benchmark → model)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ACT — parallel skills: peer bench, lever detect, savings model, evidence gather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REFLECT — quality gates, evidence scoring, assumption register → board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32888"/>
            <a:ext cx="4114800" cy="1600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532888"/>
            <a:ext cx="4114800" cy="25603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60320"/>
            <a:ext cx="40050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EXPECTED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2825496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2–4 hours from upload to insights · 12-week sprint to board commitment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8–15% of addressable spend identified · 1.5–3% revenue capture over 18 months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30–80 prioritized initiatives (P10/P50/P90, owner, payback, EBITDA bps)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CFO brief · board deck · live cost room · MOR pack · PMO tracker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0288" y="2532888"/>
            <a:ext cx="4114800" cy="1600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90288" y="2532888"/>
            <a:ext cx="4114800" cy="25603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560320"/>
            <a:ext cx="40050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WHY IT'S DIFFERENT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825496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India-native: INR, GST, BRSR, DPDP, RBI/SEBI/IRDAI, CMIE/CRISIL benchmarks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Consulting rigor at machine speed — collapses 16–24 weeks of analyst work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C-suite narrative: bps EBITDA, ΔROCE, ΔEPS — audit-committee defensible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Trust by design: client VPC, zero-retention LLM, immutable audit log, tear-down</a:t>
            </a:r>
          </a:p>
          <a:p>
            <a:pPr>
              <a:spcAft>
                <a:spcPts val="300"/>
              </a:spcAft>
              <a:defRPr sz="850">
                <a:solidFill>
                  <a:srgbClr val="53565A"/>
                </a:solidFill>
                <a:latin typeface="Open Sans"/>
              </a:defRPr>
            </a:pPr>
            <a:r>
              <a:t>Evidence maturity scoring — every ₹ traces to source data &amp; named assumptions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Open Sans"/>
              </a:defRPr>
            </a:pPr>
            <a:r>
              <a:t>Turns fragmented spend data into an audit-grade, board-ready savings portfolio — in hours, not months — built for how Indian enterprises commit cost transformation.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96028"/>
            <a:ext cx="841248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85089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A9AC"/>
                </a:solidFill>
                <a:latin typeface="Open Sans"/>
              </a:defRPr>
            </a:pPr>
            <a:r>
              <a:t>Confidential — For discussion purposes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